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20040"/>
            <a:ext cx="274320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6060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and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Intelligence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0" y="3794760"/>
            <a:ext cx="1828800" cy="228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Mushegh Gevorgyan  |  Founder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the code. Nobody reviews the architecture.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0992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without structure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18928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code fast. Architectural debt accumulates faster.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2377440"/>
            <a:ext cx="5943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0720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decay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Linters catch syntax. They miss circular dependencies, layer violations, dead modules, race conditions.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463040" y="3474720"/>
            <a:ext cx="5943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90448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 cost of delay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63040" y="40873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ship on top of rotting foundations. By the time they notice, refactoring costs 10x.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2651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 devs use AI coding tools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usage,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0" cy="14630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new code is AI-generated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growing fast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554480"/>
            <a:ext cx="0" cy="14630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25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$2B+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ARR alone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 daily active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Cursor: 1M+ daily users  ·  Claude Code: $2.5B ARR  ·  Codex: 2M+ weekly users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architecture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code intelligence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31920" y="502920"/>
            <a:ext cx="548640" cy="548640"/>
          </a:xfrm>
          <a:prstGeom prst="ellipse">
            <a:avLst/>
          </a:prstGeom>
          <a:solidFill>
            <a:srgbClr val="24242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94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09160" y="457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+ LLM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09160" y="8046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AST parsing combined with LLM semantic review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31920" y="1600200"/>
            <a:ext cx="548640" cy="548640"/>
          </a:xfrm>
          <a:prstGeom prst="ellipse">
            <a:avLst/>
          </a:prstGeom>
          <a:solidFill>
            <a:srgbClr val="2424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linting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0916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deps, layer violations, race conditions, security anti-patterns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931920" y="2697480"/>
            <a:ext cx="548640" cy="548640"/>
          </a:xfrm>
          <a:prstGeom prst="ellipse">
            <a:avLst/>
          </a:prstGeom>
          <a:solidFill>
            <a:srgbClr val="24242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7889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local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09160" y="2999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on your machine. Code never leaves your environment.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931920" y="3794760"/>
            <a:ext cx="548640" cy="548640"/>
          </a:xfrm>
          <a:prstGeom prst="ellipse">
            <a:avLst/>
          </a:prstGeom>
          <a:solidFill>
            <a:srgbClr val="24242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8862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interfaces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70916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for developers. CLI for AI coding agents.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371600" y="2148840"/>
            <a:ext cx="594360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7830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truecourse analyze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command. Zero config.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7830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461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 + LLM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parsing + semantic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178308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1792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+ violations + fixes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results with suggestions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Claude Code (no API key needed), Anthropic API, or OpenAI API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Graph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dependencies across services, modules, and methods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54036" y="1280160"/>
            <a:ext cx="5435927" cy="3474720"/>
          </a:xfrm>
          <a:prstGeom prst="rect">
            <a:avLst/>
          </a:prstGeom>
          <a:solidFill>
            <a:srgbClr val="3B82F6">
              <a:alpha val="7000"/>
            </a:srgbClr>
          </a:solidFill>
          <a:ln/>
          <a:effectLst>
            <a:outerShdw sx="100000" sy="100000" kx="0" ky="0" algn="bl" rotWithShape="0" blurRad="254000" dist="50800" dir="16200000">
              <a:srgbClr val="3B82F6">
                <a:alpha val="12000"/>
              </a:srgbClr>
            </a:outerShdw>
          </a:effectLst>
        </p:spPr>
      </p:sp>
      <p:pic>
        <p:nvPicPr>
          <p:cNvPr id="5" name="Image 0" descr="/Users/musheghgevorgyan/repos/truecourse/assets/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476" y="1371600"/>
            <a:ext cx="5253047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React Flow graph  ·  Filter by services, modules, functions  ·  Click to explore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Inline Code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highlighted directly in your source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Screenshot placeholder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markers  ·  Highlighted ranges  ·  Fix suggestions  ·  Deterministic + LLM rules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Tracing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request flows across service boundaries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Screenshot placeholder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calls  ·  Route handlers  ·  Method chains  ·  Violation indicators along the path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 ER diagrams from ORM usage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Screenshot placeholder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Prisma, TypeORM, Drizzle, Knex  ·  Tables, columns, relationships  ·  Schema issue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Analytics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architecture health over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Screenshot placeholder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trends  ·  New vs resolved  ·  Severity breakdown  ·  Code hotspots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Diff Mode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your uncommitted changes break or fix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Screenshot placeholder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violations  ·  Resolved violations  ·  Affected nodes highlighted in graph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tools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$45B+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56032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by 2030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 CAGR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Revenue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teams × 5 devs × $30/mo = $900K ARR (Year 1–2)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teams × 8 devs × $35/mo avg = $16.8M ARR (Year 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27000" dist="38100" dir="8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097280"/>
            <a:ext cx="54864" cy="3474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using AI code generation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24028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235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Cursor: 1M+ daily active users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65176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2356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Code: $2.5B ARR, doubled since Jan 2026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06324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235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Codex: 2M+ weekly active users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49240" y="3520440"/>
            <a:ext cx="30175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3492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34924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paid team/enterprise features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Core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161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19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analysis engine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for AI coding agents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 + code rules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Single-user web UI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Shape 10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93776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0" y="1161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$30/dev/mo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8308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17190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dashboard &amp; shared analysis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240280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gates (CI/CD integration)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69748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49240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 $40/dev/mo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15468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34924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Self-hosted, custom rules, SLA support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with the free tool. Expand when teams adopt.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754880" cy="3566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834640"/>
            <a:ext cx="475488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051560"/>
            <a:ext cx="0" cy="35661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CODE-LEVEL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4904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1912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72384" y="31912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CodeRabbit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479499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ArchUnit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Structurizr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5030" y="1336853"/>
            <a:ext cx="1828800" cy="822960"/>
          </a:xfrm>
          <a:prstGeom prst="ellipse">
            <a:avLst/>
          </a:prstGeom>
          <a:solidFill>
            <a:srgbClr val="3B82F6">
              <a:alpha val="85000"/>
            </a:srgbClr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5030" y="1336853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TrueCourse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SonarQube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architectural analysis.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Cloud-only. Heavy setup.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CodeRabbit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PR-level only.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structural analysis. No graph.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Both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TrueCourse runs locally.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never leaves your machine.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Mushegh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Gevorgyan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2860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in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2860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two companies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2860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 first to 6-figure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22860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$600K+ for second company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228600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SkyDeck Europe Alumni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65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914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$150K–$250K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05740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743200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349240" y="2679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growth and adoption</a:t>
            </a:r>
            <a:endParaRPr lang="en-US" sz="13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349240" y="3136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Conferences, hackathons, sponsorships</a:t>
            </a:r>
            <a:endParaRPr lang="en-US" sz="13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57600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9240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paid tier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  ·  Open source  ·  Published on npm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TrueCourse — Pitch Deck</dc:title>
  <dc:subject>PptxGenJS Presentation</dc:subject>
  <dc:creator>Mushegh Gevorgyan</dc:creator>
  <cp:lastModifiedBy>Mushegh Gevorgyan</cp:lastModifiedBy>
  <cp:revision>1</cp:revision>
  <dcterms:created xsi:type="dcterms:W3CDTF">2026-03-24T23:38:27Z</dcterms:created>
  <dcterms:modified xsi:type="dcterms:W3CDTF">2026-03-24T23:38:27Z</dcterms:modified>
</cp:coreProperties>
</file>